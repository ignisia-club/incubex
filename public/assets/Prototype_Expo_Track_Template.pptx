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Helvetica World Bold" charset="1" panose="020B0800040000020004"/>
      <p:regular r:id="rId7"/>
    </p:embeddedFont>
    <p:embeddedFont>
      <p:font typeface="Instrument Serif Italics" charset="1" panose="00000000000000000000"/>
      <p:regular r:id="rId8"/>
    </p:embeddedFont>
    <p:embeddedFont>
      <p:font typeface="League Spartan" charset="1" panose="00000800000000000000"/>
      <p:regular r:id="rId9"/>
    </p:embeddedFont>
    <p:embeddedFont>
      <p:font typeface="Calibri (MS) Bold Italics" charset="1" panose="020F07020304040A0204"/>
      <p:regular r:id="rId10"/>
    </p:embeddedFont>
    <p:embeddedFont>
      <p:font typeface="Helvetica World" charset="1" panose="020B05000400000200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53008" y="-5715"/>
            <a:ext cx="20041008" cy="11285593"/>
          </a:xfrm>
          <a:custGeom>
            <a:avLst/>
            <a:gdLst/>
            <a:ahLst/>
            <a:cxnLst/>
            <a:rect r="r" b="b" t="t" l="l"/>
            <a:pathLst>
              <a:path h="11285593" w="20041008">
                <a:moveTo>
                  <a:pt x="0" y="0"/>
                </a:moveTo>
                <a:lnTo>
                  <a:pt x="20041008" y="0"/>
                </a:lnTo>
                <a:lnTo>
                  <a:pt x="20041008" y="11285593"/>
                </a:lnTo>
                <a:lnTo>
                  <a:pt x="0" y="112855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72066" y="170381"/>
            <a:ext cx="2815713" cy="1392732"/>
            <a:chOff x="0" y="0"/>
            <a:chExt cx="5638800" cy="27891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38800" cy="2789174"/>
            </a:xfrm>
            <a:custGeom>
              <a:avLst/>
              <a:gdLst/>
              <a:ahLst/>
              <a:cxnLst/>
              <a:rect r="r" b="b" t="t" l="l"/>
              <a:pathLst>
                <a:path h="2789174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2789174"/>
                  </a:lnTo>
                  <a:lnTo>
                    <a:pt x="0" y="2789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469" r="0" b="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043230" y="2425034"/>
            <a:ext cx="8095687" cy="672561"/>
            <a:chOff x="0" y="0"/>
            <a:chExt cx="10794249" cy="896747"/>
          </a:xfrm>
        </p:grpSpPr>
        <p:sp>
          <p:nvSpPr>
            <p:cNvPr name="AutoShape 6" id="6"/>
            <p:cNvSpPr/>
            <p:nvPr/>
          </p:nvSpPr>
          <p:spPr>
            <a:xfrm>
              <a:off x="0" y="448374"/>
              <a:ext cx="10323636" cy="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260840"/>
              <a:ext cx="1081709" cy="298867"/>
              <a:chOff x="0" y="0"/>
              <a:chExt cx="213671" cy="5903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13671" cy="59035"/>
              </a:xfrm>
              <a:custGeom>
                <a:avLst/>
                <a:gdLst/>
                <a:ahLst/>
                <a:cxnLst/>
                <a:rect r="r" b="b" t="t" l="l"/>
                <a:pathLst>
                  <a:path h="59035" w="213671">
                    <a:moveTo>
                      <a:pt x="29518" y="0"/>
                    </a:moveTo>
                    <a:lnTo>
                      <a:pt x="184153" y="0"/>
                    </a:lnTo>
                    <a:cubicBezTo>
                      <a:pt x="191982" y="0"/>
                      <a:pt x="199490" y="3110"/>
                      <a:pt x="205025" y="8646"/>
                    </a:cubicBezTo>
                    <a:cubicBezTo>
                      <a:pt x="210561" y="14181"/>
                      <a:pt x="213671" y="21689"/>
                      <a:pt x="213671" y="29518"/>
                    </a:cubicBezTo>
                    <a:lnTo>
                      <a:pt x="213671" y="29518"/>
                    </a:lnTo>
                    <a:cubicBezTo>
                      <a:pt x="213671" y="37346"/>
                      <a:pt x="210561" y="44854"/>
                      <a:pt x="205025" y="50390"/>
                    </a:cubicBezTo>
                    <a:cubicBezTo>
                      <a:pt x="199490" y="55926"/>
                      <a:pt x="191982" y="59035"/>
                      <a:pt x="184153" y="59035"/>
                    </a:cubicBezTo>
                    <a:lnTo>
                      <a:pt x="29518" y="59035"/>
                    </a:lnTo>
                    <a:cubicBezTo>
                      <a:pt x="21689" y="59035"/>
                      <a:pt x="14181" y="55926"/>
                      <a:pt x="8646" y="50390"/>
                    </a:cubicBezTo>
                    <a:cubicBezTo>
                      <a:pt x="3110" y="44854"/>
                      <a:pt x="0" y="37346"/>
                      <a:pt x="0" y="29518"/>
                    </a:cubicBezTo>
                    <a:lnTo>
                      <a:pt x="0" y="29518"/>
                    </a:lnTo>
                    <a:cubicBezTo>
                      <a:pt x="0" y="21689"/>
                      <a:pt x="3110" y="14181"/>
                      <a:pt x="8646" y="8646"/>
                    </a:cubicBezTo>
                    <a:cubicBezTo>
                      <a:pt x="14181" y="3110"/>
                      <a:pt x="21689" y="0"/>
                      <a:pt x="29518" y="0"/>
                    </a:cubicBezTo>
                    <a:close/>
                  </a:path>
                </a:pathLst>
              </a:custGeom>
              <a:solidFill>
                <a:srgbClr val="7771D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213671" cy="1066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9897502" y="0"/>
              <a:ext cx="896747" cy="896747"/>
            </a:xfrm>
            <a:custGeom>
              <a:avLst/>
              <a:gdLst/>
              <a:ahLst/>
              <a:cxnLst/>
              <a:rect r="r" b="b" t="t" l="l"/>
              <a:pathLst>
                <a:path h="896747" w="896747">
                  <a:moveTo>
                    <a:pt x="0" y="0"/>
                  </a:moveTo>
                  <a:lnTo>
                    <a:pt x="896747" y="0"/>
                  </a:lnTo>
                  <a:lnTo>
                    <a:pt x="896747" y="896747"/>
                  </a:lnTo>
                  <a:lnTo>
                    <a:pt x="0" y="896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3129392" y="701605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14865" y="793854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00337" y="886103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500" y="0"/>
                </a:lnTo>
                <a:lnTo>
                  <a:pt x="285500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143920" y="6093565"/>
            <a:ext cx="285500" cy="285500"/>
          </a:xfrm>
          <a:custGeom>
            <a:avLst/>
            <a:gdLst/>
            <a:ahLst/>
            <a:cxnLst/>
            <a:rect r="r" b="b" t="t" l="l"/>
            <a:pathLst>
              <a:path h="285500" w="285500">
                <a:moveTo>
                  <a:pt x="0" y="0"/>
                </a:moveTo>
                <a:lnTo>
                  <a:pt x="285499" y="0"/>
                </a:lnTo>
                <a:lnTo>
                  <a:pt x="285499" y="285500"/>
                </a:lnTo>
                <a:lnTo>
                  <a:pt x="0" y="285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69116" y="4441903"/>
            <a:ext cx="10914590" cy="3588823"/>
            <a:chOff x="0" y="0"/>
            <a:chExt cx="14552787" cy="4785097"/>
          </a:xfrm>
        </p:grpSpPr>
        <p:grpSp>
          <p:nvGrpSpPr>
            <p:cNvPr name="Group 16" id="16"/>
            <p:cNvGrpSpPr/>
            <p:nvPr/>
          </p:nvGrpSpPr>
          <p:grpSpPr>
            <a:xfrm rot="5400000">
              <a:off x="-466138" y="466138"/>
              <a:ext cx="1081709" cy="149433"/>
              <a:chOff x="0" y="0"/>
              <a:chExt cx="213671" cy="2951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5400000">
              <a:off x="-466138" y="1687547"/>
              <a:ext cx="1081709" cy="149433"/>
              <a:chOff x="0" y="0"/>
              <a:chExt cx="213671" cy="295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5400000">
              <a:off x="-466138" y="2908957"/>
              <a:ext cx="1081709" cy="149433"/>
              <a:chOff x="0" y="0"/>
              <a:chExt cx="213671" cy="2951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5400000">
              <a:off x="-466138" y="4130366"/>
              <a:ext cx="1081709" cy="149433"/>
              <a:chOff x="0" y="0"/>
              <a:chExt cx="213671" cy="2951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3671" cy="29518"/>
              </a:xfrm>
              <a:custGeom>
                <a:avLst/>
                <a:gdLst/>
                <a:ahLst/>
                <a:cxnLst/>
                <a:rect r="r" b="b" t="t" l="l"/>
                <a:pathLst>
                  <a:path h="29518" w="213671">
                    <a:moveTo>
                      <a:pt x="14759" y="0"/>
                    </a:moveTo>
                    <a:lnTo>
                      <a:pt x="198912" y="0"/>
                    </a:lnTo>
                    <a:cubicBezTo>
                      <a:pt x="202826" y="0"/>
                      <a:pt x="206580" y="1555"/>
                      <a:pt x="209348" y="4323"/>
                    </a:cubicBezTo>
                    <a:cubicBezTo>
                      <a:pt x="212116" y="7091"/>
                      <a:pt x="213671" y="10845"/>
                      <a:pt x="213671" y="14759"/>
                    </a:cubicBezTo>
                    <a:lnTo>
                      <a:pt x="213671" y="14759"/>
                    </a:lnTo>
                    <a:cubicBezTo>
                      <a:pt x="213671" y="22910"/>
                      <a:pt x="207063" y="29518"/>
                      <a:pt x="198912" y="29518"/>
                    </a:cubicBezTo>
                    <a:lnTo>
                      <a:pt x="14759" y="29518"/>
                    </a:lnTo>
                    <a:cubicBezTo>
                      <a:pt x="10845" y="29518"/>
                      <a:pt x="7091" y="27963"/>
                      <a:pt x="4323" y="25195"/>
                    </a:cubicBezTo>
                    <a:cubicBezTo>
                      <a:pt x="1555" y="22427"/>
                      <a:pt x="0" y="18673"/>
                      <a:pt x="0" y="14759"/>
                    </a:cubicBezTo>
                    <a:lnTo>
                      <a:pt x="0" y="14759"/>
                    </a:lnTo>
                    <a:cubicBezTo>
                      <a:pt x="0" y="10845"/>
                      <a:pt x="1555" y="7091"/>
                      <a:pt x="4323" y="4323"/>
                    </a:cubicBezTo>
                    <a:cubicBezTo>
                      <a:pt x="7091" y="1555"/>
                      <a:pt x="10845" y="0"/>
                      <a:pt x="14759" y="0"/>
                    </a:cubicBezTo>
                    <a:close/>
                  </a:path>
                </a:pathLst>
              </a:custGeom>
              <a:solidFill>
                <a:srgbClr val="6E2AF5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213671" cy="771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22"/>
                  </a:lnSpc>
                </a:pPr>
              </a:p>
            </p:txBody>
          </p:sp>
        </p:grpSp>
        <p:sp>
          <p:nvSpPr>
            <p:cNvPr name="AutoShape 28" id="28"/>
            <p:cNvSpPr/>
            <p:nvPr/>
          </p:nvSpPr>
          <p:spPr>
            <a:xfrm>
              <a:off x="74717" y="2306073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94087" y="3536060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113456" y="4766047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74717" y="1076087"/>
              <a:ext cx="14439331" cy="0"/>
            </a:xfrm>
            <a:prstGeom prst="line">
              <a:avLst/>
            </a:prstGeom>
            <a:ln cap="flat" w="38100">
              <a:solidFill>
                <a:srgbClr val="CABAE7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2" id="32"/>
            <p:cNvSpPr txBox="true"/>
            <p:nvPr/>
          </p:nvSpPr>
          <p:spPr>
            <a:xfrm rot="0">
              <a:off x="388685" y="126718"/>
              <a:ext cx="1848165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Track: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88685" y="1356705"/>
              <a:ext cx="2335488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Theme: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564732" y="2581625"/>
              <a:ext cx="1389910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Title: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39028" y="3815460"/>
              <a:ext cx="2669409" cy="6526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700">
                  <a:solidFill>
                    <a:srgbClr val="2F0D8D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Team ID: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520008" y="286626"/>
            <a:ext cx="3523222" cy="88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i="true">
                <a:solidFill>
                  <a:srgbClr val="39ACA1"/>
                </a:solidFill>
                <a:latin typeface="Instrument Serif Italics"/>
                <a:ea typeface="Instrument Serif Italics"/>
                <a:cs typeface="Instrument Serif Italics"/>
                <a:sym typeface="Instrument Serif Italics"/>
              </a:rPr>
              <a:t>Ignisia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97445" y="291865"/>
            <a:ext cx="923925" cy="981075"/>
            <a:chOff x="0" y="0"/>
            <a:chExt cx="1231900" cy="130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319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31900">
                  <a:moveTo>
                    <a:pt x="0" y="0"/>
                  </a:moveTo>
                  <a:lnTo>
                    <a:pt x="1231900" y="0"/>
                  </a:lnTo>
                  <a:lnTo>
                    <a:pt x="12319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88" t="0" r="-141234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30000">
            <a:off x="3325738" y="1157269"/>
            <a:ext cx="1145049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29292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INCUBE</a:t>
            </a:r>
            <a:r>
              <a:rPr lang="en-US" sz="9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League Spartan"/>
                <a:ea typeface="League Spartan"/>
                <a:cs typeface="League Spartan"/>
                <a:sym typeface="League Spartan"/>
              </a:rPr>
              <a:t>X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874986" y="1109996"/>
            <a:ext cx="966235" cy="15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b="true" sz="784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THINK. </a:t>
            </a:r>
            <a:r>
              <a:rPr lang="en-US" b="true" sz="784" i="true">
                <a:solidFill>
                  <a:srgbClr val="39ACA1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BUILD.</a:t>
            </a:r>
            <a:r>
              <a:rPr lang="en-US" b="true" sz="784" i="true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EVOLVE.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86846" y="3554795"/>
            <a:ext cx="4726781" cy="38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48484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Fill in the details below about your idea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291428" y="8538370"/>
            <a:ext cx="13982939" cy="1741589"/>
            <a:chOff x="0" y="0"/>
            <a:chExt cx="18643919" cy="23221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874065" y="458896"/>
              <a:ext cx="2720777" cy="1510640"/>
            </a:xfrm>
            <a:custGeom>
              <a:avLst/>
              <a:gdLst/>
              <a:ahLst/>
              <a:cxnLst/>
              <a:rect r="r" b="b" t="t" l="l"/>
              <a:pathLst>
                <a:path h="1510640" w="2720777">
                  <a:moveTo>
                    <a:pt x="0" y="0"/>
                  </a:moveTo>
                  <a:lnTo>
                    <a:pt x="2720777" y="0"/>
                  </a:lnTo>
                  <a:lnTo>
                    <a:pt x="2720777" y="1510640"/>
                  </a:lnTo>
                  <a:lnTo>
                    <a:pt x="0" y="15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974120" y="800398"/>
              <a:ext cx="1917690" cy="827635"/>
            </a:xfrm>
            <a:custGeom>
              <a:avLst/>
              <a:gdLst/>
              <a:ahLst/>
              <a:cxnLst/>
              <a:rect r="r" b="b" t="t" l="l"/>
              <a:pathLst>
                <a:path h="827635" w="1917690">
                  <a:moveTo>
                    <a:pt x="0" y="0"/>
                  </a:moveTo>
                  <a:lnTo>
                    <a:pt x="1917691" y="0"/>
                  </a:lnTo>
                  <a:lnTo>
                    <a:pt x="1917691" y="827635"/>
                  </a:lnTo>
                  <a:lnTo>
                    <a:pt x="0" y="827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457558" y="751869"/>
              <a:ext cx="958787" cy="829512"/>
            </a:xfrm>
            <a:custGeom>
              <a:avLst/>
              <a:gdLst/>
              <a:ahLst/>
              <a:cxnLst/>
              <a:rect r="r" b="b" t="t" l="l"/>
              <a:pathLst>
                <a:path h="829512" w="958787">
                  <a:moveTo>
                    <a:pt x="0" y="0"/>
                  </a:moveTo>
                  <a:lnTo>
                    <a:pt x="958787" y="0"/>
                  </a:lnTo>
                  <a:lnTo>
                    <a:pt x="958787" y="829512"/>
                  </a:lnTo>
                  <a:lnTo>
                    <a:pt x="0" y="829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0368290" y="702921"/>
              <a:ext cx="2260785" cy="962483"/>
            </a:xfrm>
            <a:custGeom>
              <a:avLst/>
              <a:gdLst/>
              <a:ahLst/>
              <a:cxnLst/>
              <a:rect r="r" b="b" t="t" l="l"/>
              <a:pathLst>
                <a:path h="962483" w="2260785">
                  <a:moveTo>
                    <a:pt x="0" y="0"/>
                  </a:moveTo>
                  <a:lnTo>
                    <a:pt x="2260785" y="0"/>
                  </a:lnTo>
                  <a:lnTo>
                    <a:pt x="2260785" y="962483"/>
                  </a:lnTo>
                  <a:lnTo>
                    <a:pt x="0" y="962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3158" r="0" b="-43061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22119" cy="2322119"/>
            </a:xfrm>
            <a:custGeom>
              <a:avLst/>
              <a:gdLst/>
              <a:ahLst/>
              <a:cxnLst/>
              <a:rect r="r" b="b" t="t" l="l"/>
              <a:pathLst>
                <a:path h="2322119" w="2322119">
                  <a:moveTo>
                    <a:pt x="0" y="0"/>
                  </a:moveTo>
                  <a:lnTo>
                    <a:pt x="2322119" y="0"/>
                  </a:lnTo>
                  <a:lnTo>
                    <a:pt x="2322119" y="2322119"/>
                  </a:lnTo>
                  <a:lnTo>
                    <a:pt x="0" y="2322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AutoShape 48" id="48"/>
            <p:cNvSpPr/>
            <p:nvPr/>
          </p:nvSpPr>
          <p:spPr>
            <a:xfrm flipV="true">
              <a:off x="53951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2500695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V="true">
              <a:off x="5575373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V="true">
              <a:off x="8676642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0162290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3431975" y="800398"/>
              <a:ext cx="780983" cy="780983"/>
            </a:xfrm>
            <a:custGeom>
              <a:avLst/>
              <a:gdLst/>
              <a:ahLst/>
              <a:cxnLst/>
              <a:rect r="r" b="b" t="t" l="l"/>
              <a:pathLst>
                <a:path h="780983" w="780983">
                  <a:moveTo>
                    <a:pt x="0" y="0"/>
                  </a:moveTo>
                  <a:lnTo>
                    <a:pt x="780983" y="0"/>
                  </a:lnTo>
                  <a:lnTo>
                    <a:pt x="780983" y="780983"/>
                  </a:lnTo>
                  <a:lnTo>
                    <a:pt x="0" y="78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12806875" y="747242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8952492" y="747242"/>
              <a:ext cx="933948" cy="933948"/>
            </a:xfrm>
            <a:custGeom>
              <a:avLst/>
              <a:gdLst/>
              <a:ahLst/>
              <a:cxnLst/>
              <a:rect r="r" b="b" t="t" l="l"/>
              <a:pathLst>
                <a:path h="933948" w="933948">
                  <a:moveTo>
                    <a:pt x="0" y="0"/>
                  </a:moveTo>
                  <a:lnTo>
                    <a:pt x="933948" y="0"/>
                  </a:lnTo>
                  <a:lnTo>
                    <a:pt x="933948" y="933948"/>
                  </a:lnTo>
                  <a:lnTo>
                    <a:pt x="0" y="933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AutoShape 56" id="56"/>
            <p:cNvSpPr/>
            <p:nvPr/>
          </p:nvSpPr>
          <p:spPr>
            <a:xfrm flipV="true">
              <a:off x="14835258" y="747242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V="true">
              <a:off x="16863640" y="702921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7106464" y="519332"/>
              <a:ext cx="1207255" cy="1207255"/>
            </a:xfrm>
            <a:custGeom>
              <a:avLst/>
              <a:gdLst/>
              <a:ahLst/>
              <a:cxnLst/>
              <a:rect r="r" b="b" t="t" l="l"/>
              <a:pathLst>
                <a:path h="1207255" w="1207255">
                  <a:moveTo>
                    <a:pt x="0" y="0"/>
                  </a:moveTo>
                  <a:lnTo>
                    <a:pt x="1207255" y="0"/>
                  </a:lnTo>
                  <a:lnTo>
                    <a:pt x="1207255" y="1207255"/>
                  </a:lnTo>
                  <a:lnTo>
                    <a:pt x="0" y="1207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AutoShape 59" id="59"/>
            <p:cNvSpPr/>
            <p:nvPr/>
          </p:nvSpPr>
          <p:spPr>
            <a:xfrm flipV="true">
              <a:off x="18618519" y="676993"/>
              <a:ext cx="0" cy="1014340"/>
            </a:xfrm>
            <a:prstGeom prst="line">
              <a:avLst/>
            </a:prstGeom>
            <a:ln cap="flat" w="50800">
              <a:solidFill>
                <a:srgbClr val="B58FFF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DAHXNjAUCJ8</dc:identifier>
  <dcterms:modified xsi:type="dcterms:W3CDTF">2011-08-01T06:04:30Z</dcterms:modified>
  <cp:revision>1</cp:revision>
  <dc:title>Incubex prototype track</dc:title>
</cp:coreProperties>
</file>