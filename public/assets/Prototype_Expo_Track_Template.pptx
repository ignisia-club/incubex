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Helvetica World Bold" charset="1" panose="020B0800040000020004"/>
      <p:regular r:id="rId14"/>
    </p:embeddedFont>
    <p:embeddedFont>
      <p:font typeface="Instrument Serif Italics" charset="1" panose="00000000000000000000"/>
      <p:regular r:id="rId15"/>
    </p:embeddedFont>
    <p:embeddedFont>
      <p:font typeface="League Spartan" charset="1" panose="00000800000000000000"/>
      <p:regular r:id="rId16"/>
    </p:embeddedFont>
    <p:embeddedFont>
      <p:font typeface="Calibri (MS) Bold Italics" charset="1" panose="020F07020304040A0204"/>
      <p:regular r:id="rId17"/>
    </p:embeddedFont>
    <p:embeddedFont>
      <p:font typeface="Helvetica World" charset="1" panose="020B050004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17" Target="../media/image16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53008" y="-5715"/>
            <a:ext cx="20041008" cy="11285593"/>
          </a:xfrm>
          <a:custGeom>
            <a:avLst/>
            <a:gdLst/>
            <a:ahLst/>
            <a:cxnLst/>
            <a:rect r="r" b="b" t="t" l="l"/>
            <a:pathLst>
              <a:path h="11285593" w="20041008">
                <a:moveTo>
                  <a:pt x="0" y="0"/>
                </a:moveTo>
                <a:lnTo>
                  <a:pt x="20041008" y="0"/>
                </a:lnTo>
                <a:lnTo>
                  <a:pt x="20041008" y="11285593"/>
                </a:lnTo>
                <a:lnTo>
                  <a:pt x="0" y="112855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072066" y="170381"/>
            <a:ext cx="2815713" cy="1392732"/>
            <a:chOff x="0" y="0"/>
            <a:chExt cx="5638800" cy="27891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638800" cy="2789174"/>
            </a:xfrm>
            <a:custGeom>
              <a:avLst/>
              <a:gdLst/>
              <a:ahLst/>
              <a:cxnLst/>
              <a:rect r="r" b="b" t="t" l="l"/>
              <a:pathLst>
                <a:path h="2789174" w="5638800">
                  <a:moveTo>
                    <a:pt x="0" y="0"/>
                  </a:moveTo>
                  <a:lnTo>
                    <a:pt x="5638800" y="0"/>
                  </a:lnTo>
                  <a:lnTo>
                    <a:pt x="5638800" y="2789174"/>
                  </a:lnTo>
                  <a:lnTo>
                    <a:pt x="0" y="27891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2469" r="0" b="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5043230" y="2425034"/>
            <a:ext cx="8095687" cy="672561"/>
            <a:chOff x="0" y="0"/>
            <a:chExt cx="10794249" cy="896747"/>
          </a:xfrm>
        </p:grpSpPr>
        <p:sp>
          <p:nvSpPr>
            <p:cNvPr name="AutoShape 6" id="6"/>
            <p:cNvSpPr/>
            <p:nvPr/>
          </p:nvSpPr>
          <p:spPr>
            <a:xfrm>
              <a:off x="0" y="448374"/>
              <a:ext cx="10323636" cy="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7" id="7"/>
            <p:cNvGrpSpPr/>
            <p:nvPr/>
          </p:nvGrpSpPr>
          <p:grpSpPr>
            <a:xfrm rot="0">
              <a:off x="0" y="260840"/>
              <a:ext cx="1081709" cy="298867"/>
              <a:chOff x="0" y="0"/>
              <a:chExt cx="213671" cy="59035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13671" cy="59035"/>
              </a:xfrm>
              <a:custGeom>
                <a:avLst/>
                <a:gdLst/>
                <a:ahLst/>
                <a:cxnLst/>
                <a:rect r="r" b="b" t="t" l="l"/>
                <a:pathLst>
                  <a:path h="59035" w="213671">
                    <a:moveTo>
                      <a:pt x="29518" y="0"/>
                    </a:moveTo>
                    <a:lnTo>
                      <a:pt x="184153" y="0"/>
                    </a:lnTo>
                    <a:cubicBezTo>
                      <a:pt x="191982" y="0"/>
                      <a:pt x="199490" y="3110"/>
                      <a:pt x="205025" y="8646"/>
                    </a:cubicBezTo>
                    <a:cubicBezTo>
                      <a:pt x="210561" y="14181"/>
                      <a:pt x="213671" y="21689"/>
                      <a:pt x="213671" y="29518"/>
                    </a:cubicBezTo>
                    <a:lnTo>
                      <a:pt x="213671" y="29518"/>
                    </a:lnTo>
                    <a:cubicBezTo>
                      <a:pt x="213671" y="37346"/>
                      <a:pt x="210561" y="44854"/>
                      <a:pt x="205025" y="50390"/>
                    </a:cubicBezTo>
                    <a:cubicBezTo>
                      <a:pt x="199490" y="55926"/>
                      <a:pt x="191982" y="59035"/>
                      <a:pt x="184153" y="59035"/>
                    </a:cubicBezTo>
                    <a:lnTo>
                      <a:pt x="29518" y="59035"/>
                    </a:lnTo>
                    <a:cubicBezTo>
                      <a:pt x="21689" y="59035"/>
                      <a:pt x="14181" y="55926"/>
                      <a:pt x="8646" y="50390"/>
                    </a:cubicBezTo>
                    <a:cubicBezTo>
                      <a:pt x="3110" y="44854"/>
                      <a:pt x="0" y="37346"/>
                      <a:pt x="0" y="29518"/>
                    </a:cubicBezTo>
                    <a:lnTo>
                      <a:pt x="0" y="29518"/>
                    </a:lnTo>
                    <a:cubicBezTo>
                      <a:pt x="0" y="21689"/>
                      <a:pt x="3110" y="14181"/>
                      <a:pt x="8646" y="8646"/>
                    </a:cubicBezTo>
                    <a:cubicBezTo>
                      <a:pt x="14181" y="3110"/>
                      <a:pt x="21689" y="0"/>
                      <a:pt x="29518" y="0"/>
                    </a:cubicBezTo>
                    <a:close/>
                  </a:path>
                </a:pathLst>
              </a:custGeom>
              <a:solidFill>
                <a:srgbClr val="7771DC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57150"/>
                <a:ext cx="213671" cy="11618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989750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7" y="0"/>
                  </a:lnTo>
                  <a:lnTo>
                    <a:pt x="896747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3129392" y="701605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114865" y="793854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100337" y="886103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143920" y="609356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499" y="0"/>
                </a:lnTo>
                <a:lnTo>
                  <a:pt x="285499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469116" y="4441903"/>
            <a:ext cx="10914590" cy="3588823"/>
            <a:chOff x="0" y="0"/>
            <a:chExt cx="14552787" cy="4785097"/>
          </a:xfrm>
        </p:grpSpPr>
        <p:grpSp>
          <p:nvGrpSpPr>
            <p:cNvPr name="Group 16" id="16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28" id="28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9" id="29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0" id="30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1" id="31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32" id="32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20008" y="286626"/>
            <a:ext cx="3523222" cy="887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97445" y="291865"/>
            <a:ext cx="923925" cy="981075"/>
            <a:chOff x="0" y="0"/>
            <a:chExt cx="1231900" cy="13081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188" t="0" r="-141234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61726" y="8538370"/>
            <a:ext cx="16011849" cy="1741589"/>
            <a:chOff x="0" y="0"/>
            <a:chExt cx="21349132" cy="232211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5874065" y="458896"/>
              <a:ext cx="2720777" cy="1510640"/>
            </a:xfrm>
            <a:custGeom>
              <a:avLst/>
              <a:gdLst/>
              <a:ahLst/>
              <a:cxnLst/>
              <a:rect r="r" b="b" t="t" l="l"/>
              <a:pathLst>
                <a:path h="1510640" w="2720777">
                  <a:moveTo>
                    <a:pt x="0" y="0"/>
                  </a:moveTo>
                  <a:lnTo>
                    <a:pt x="2720777" y="0"/>
                  </a:lnTo>
                  <a:lnTo>
                    <a:pt x="2720777" y="1510640"/>
                  </a:lnTo>
                  <a:lnTo>
                    <a:pt x="0" y="15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2974120" y="800398"/>
              <a:ext cx="1917690" cy="827635"/>
            </a:xfrm>
            <a:custGeom>
              <a:avLst/>
              <a:gdLst/>
              <a:ahLst/>
              <a:cxnLst/>
              <a:rect r="r" b="b" t="t" l="l"/>
              <a:pathLst>
                <a:path h="827635" w="1917690">
                  <a:moveTo>
                    <a:pt x="0" y="0"/>
                  </a:moveTo>
                  <a:lnTo>
                    <a:pt x="1917691" y="0"/>
                  </a:lnTo>
                  <a:lnTo>
                    <a:pt x="1917691" y="827635"/>
                  </a:lnTo>
                  <a:lnTo>
                    <a:pt x="0" y="8276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42" id="42"/>
            <p:cNvSpPr/>
            <p:nvPr/>
          </p:nvSpPr>
          <p:spPr>
            <a:xfrm flipH="false" flipV="false" rot="0">
              <a:off x="15457558" y="751869"/>
              <a:ext cx="958787" cy="829512"/>
            </a:xfrm>
            <a:custGeom>
              <a:avLst/>
              <a:gdLst/>
              <a:ahLst/>
              <a:cxnLst/>
              <a:rect r="r" b="b" t="t" l="l"/>
              <a:pathLst>
                <a:path h="829512" w="958787">
                  <a:moveTo>
                    <a:pt x="0" y="0"/>
                  </a:moveTo>
                  <a:lnTo>
                    <a:pt x="958787" y="0"/>
                  </a:lnTo>
                  <a:lnTo>
                    <a:pt x="958787" y="829512"/>
                  </a:lnTo>
                  <a:lnTo>
                    <a:pt x="0" y="829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0368290" y="702921"/>
              <a:ext cx="2260785" cy="962483"/>
            </a:xfrm>
            <a:custGeom>
              <a:avLst/>
              <a:gdLst/>
              <a:ahLst/>
              <a:cxnLst/>
              <a:rect r="r" b="b" t="t" l="l"/>
              <a:pathLst>
                <a:path h="962483" w="2260785">
                  <a:moveTo>
                    <a:pt x="0" y="0"/>
                  </a:moveTo>
                  <a:lnTo>
                    <a:pt x="2260785" y="0"/>
                  </a:lnTo>
                  <a:lnTo>
                    <a:pt x="2260785" y="962483"/>
                  </a:lnTo>
                  <a:lnTo>
                    <a:pt x="0" y="962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3158" r="0" b="-43061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322119" cy="2322119"/>
            </a:xfrm>
            <a:custGeom>
              <a:avLst/>
              <a:gdLst/>
              <a:ahLst/>
              <a:cxnLst/>
              <a:rect r="r" b="b" t="t" l="l"/>
              <a:pathLst>
                <a:path h="2322119" w="2322119">
                  <a:moveTo>
                    <a:pt x="0" y="0"/>
                  </a:moveTo>
                  <a:lnTo>
                    <a:pt x="2322119" y="0"/>
                  </a:lnTo>
                  <a:lnTo>
                    <a:pt x="2322119" y="2322119"/>
                  </a:lnTo>
                  <a:lnTo>
                    <a:pt x="0" y="23221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AutoShape 45" id="45"/>
            <p:cNvSpPr/>
            <p:nvPr/>
          </p:nvSpPr>
          <p:spPr>
            <a:xfrm flipV="true">
              <a:off x="53951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6" id="46"/>
            <p:cNvSpPr/>
            <p:nvPr/>
          </p:nvSpPr>
          <p:spPr>
            <a:xfrm flipV="true">
              <a:off x="2500695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7" id="47"/>
            <p:cNvSpPr/>
            <p:nvPr/>
          </p:nvSpPr>
          <p:spPr>
            <a:xfrm flipV="true">
              <a:off x="5575373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8" id="48"/>
            <p:cNvSpPr/>
            <p:nvPr/>
          </p:nvSpPr>
          <p:spPr>
            <a:xfrm flipV="true">
              <a:off x="8676642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9" id="49"/>
            <p:cNvSpPr/>
            <p:nvPr/>
          </p:nvSpPr>
          <p:spPr>
            <a:xfrm flipV="true">
              <a:off x="1016229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13431975" y="800398"/>
              <a:ext cx="780983" cy="780983"/>
            </a:xfrm>
            <a:custGeom>
              <a:avLst/>
              <a:gdLst/>
              <a:ahLst/>
              <a:cxnLst/>
              <a:rect r="r" b="b" t="t" l="l"/>
              <a:pathLst>
                <a:path h="780983" w="780983">
                  <a:moveTo>
                    <a:pt x="0" y="0"/>
                  </a:moveTo>
                  <a:lnTo>
                    <a:pt x="780983" y="0"/>
                  </a:lnTo>
                  <a:lnTo>
                    <a:pt x="780983" y="780983"/>
                  </a:lnTo>
                  <a:lnTo>
                    <a:pt x="0" y="780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AutoShape 51" id="51"/>
            <p:cNvSpPr/>
            <p:nvPr/>
          </p:nvSpPr>
          <p:spPr>
            <a:xfrm flipV="true">
              <a:off x="12806875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2" id="52"/>
            <p:cNvSpPr/>
            <p:nvPr/>
          </p:nvSpPr>
          <p:spPr>
            <a:xfrm flipH="false" flipV="false" rot="0">
              <a:off x="8952492" y="747242"/>
              <a:ext cx="933948" cy="933948"/>
            </a:xfrm>
            <a:custGeom>
              <a:avLst/>
              <a:gdLst/>
              <a:ahLst/>
              <a:cxnLst/>
              <a:rect r="r" b="b" t="t" l="l"/>
              <a:pathLst>
                <a:path h="933948" w="933948">
                  <a:moveTo>
                    <a:pt x="0" y="0"/>
                  </a:moveTo>
                  <a:lnTo>
                    <a:pt x="933948" y="0"/>
                  </a:lnTo>
                  <a:lnTo>
                    <a:pt x="933948" y="933948"/>
                  </a:lnTo>
                  <a:lnTo>
                    <a:pt x="0" y="933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AutoShape 53" id="53"/>
            <p:cNvSpPr/>
            <p:nvPr/>
          </p:nvSpPr>
          <p:spPr>
            <a:xfrm flipV="true">
              <a:off x="14835258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4" id="54"/>
            <p:cNvSpPr/>
            <p:nvPr/>
          </p:nvSpPr>
          <p:spPr>
            <a:xfrm flipV="true">
              <a:off x="1686364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17106464" y="519332"/>
              <a:ext cx="1207255" cy="1207255"/>
            </a:xfrm>
            <a:custGeom>
              <a:avLst/>
              <a:gdLst/>
              <a:ahLst/>
              <a:cxnLst/>
              <a:rect r="r" b="b" t="t" l="l"/>
              <a:pathLst>
                <a:path h="1207255" w="1207255">
                  <a:moveTo>
                    <a:pt x="0" y="0"/>
                  </a:moveTo>
                  <a:lnTo>
                    <a:pt x="1207255" y="0"/>
                  </a:lnTo>
                  <a:lnTo>
                    <a:pt x="1207255" y="1207255"/>
                  </a:lnTo>
                  <a:lnTo>
                    <a:pt x="0" y="1207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  <p:sp>
          <p:nvSpPr>
            <p:cNvPr name="AutoShape 56" id="56"/>
            <p:cNvSpPr/>
            <p:nvPr/>
          </p:nvSpPr>
          <p:spPr>
            <a:xfrm flipV="true">
              <a:off x="18618519" y="676993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9142496" y="972606"/>
              <a:ext cx="1801531" cy="529035"/>
            </a:xfrm>
            <a:custGeom>
              <a:avLst/>
              <a:gdLst/>
              <a:ahLst/>
              <a:cxnLst/>
              <a:rect r="r" b="b" t="t" l="l"/>
              <a:pathLst>
                <a:path h="529035" w="1801531">
                  <a:moveTo>
                    <a:pt x="0" y="0"/>
                  </a:moveTo>
                  <a:lnTo>
                    <a:pt x="1801531" y="0"/>
                  </a:lnTo>
                  <a:lnTo>
                    <a:pt x="1801531" y="529035"/>
                  </a:lnTo>
                  <a:lnTo>
                    <a:pt x="0" y="5290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  <p:sp>
          <p:nvSpPr>
            <p:cNvPr name="AutoShape 58" id="58"/>
            <p:cNvSpPr/>
            <p:nvPr/>
          </p:nvSpPr>
          <p:spPr>
            <a:xfrm flipV="true">
              <a:off x="21323732" y="653889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59" id="59"/>
          <p:cNvSpPr txBox="true"/>
          <p:nvPr/>
        </p:nvSpPr>
        <p:spPr>
          <a:xfrm rot="30000">
            <a:off x="3325738" y="1157269"/>
            <a:ext cx="1145049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874986" y="1109996"/>
            <a:ext cx="966235" cy="15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686846" y="3554795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5260" y="480122"/>
            <a:ext cx="16619932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45052" y="2709807"/>
            <a:ext cx="3264102" cy="496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1"/>
              </a:lnSpc>
            </a:pPr>
            <a:r>
              <a:rPr lang="en-US" sz="2694" b="true">
                <a:solidFill>
                  <a:srgbClr val="7C7C7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67053" y="2741823"/>
            <a:ext cx="3753894" cy="496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1"/>
              </a:lnSpc>
            </a:pPr>
            <a:r>
              <a:rPr lang="en-US" sz="2694" b="true">
                <a:solidFill>
                  <a:srgbClr val="7C7C7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46571" y="4203686"/>
            <a:ext cx="3573102" cy="1163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existence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272449" cy="866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21" id="21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272449" cy="89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76605" y="4127486"/>
            <a:ext cx="4000996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346571" y="4203686"/>
            <a:ext cx="3573102" cy="1163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existence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5260" y="480122"/>
            <a:ext cx="15678945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 and it’s USP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523772" y="562370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1" id="11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4" id="14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5" id="15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57150"/>
                <a:ext cx="272449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AutoShape 18" id="18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272449" cy="89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Features &amp; USP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How solution addresses the problem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346571" y="4203686"/>
            <a:ext cx="3573102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195576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Technical Architecture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1993718"/>
            <a:ext cx="4280702" cy="789171"/>
            <a:chOff x="0" y="0"/>
            <a:chExt cx="5707603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326937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24071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331553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24674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Tech Stack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092870" y="1993718"/>
            <a:ext cx="4280702" cy="789171"/>
            <a:chOff x="0" y="0"/>
            <a:chExt cx="5707603" cy="105222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326937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124071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331553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260266" y="78929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System Architecture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8244" y="625366"/>
            <a:ext cx="18098417" cy="55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 and Demonstration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054392" y="4168830"/>
            <a:ext cx="4631669" cy="789171"/>
            <a:chOff x="0" y="0"/>
            <a:chExt cx="6175558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794892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592027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136402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-19050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Images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211119" y="4197405"/>
            <a:ext cx="4752324" cy="789171"/>
            <a:chOff x="0" y="0"/>
            <a:chExt cx="6336432" cy="105222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955765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752900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297275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-19050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Charts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28661" y="1836079"/>
            <a:ext cx="10918212" cy="1944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Implementation Process, Technologies (languages, frameworks, devices etc.)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3" id="23"/>
          <p:cNvGrpSpPr/>
          <p:nvPr/>
        </p:nvGrpSpPr>
        <p:grpSpPr>
          <a:xfrm rot="0">
            <a:off x="1028661" y="3725442"/>
            <a:ext cx="1156034" cy="110014"/>
            <a:chOff x="0" y="0"/>
            <a:chExt cx="304470" cy="2897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636764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474391" y="2127068"/>
            <a:ext cx="14016061" cy="1495332"/>
            <a:chOff x="0" y="0"/>
            <a:chExt cx="18688081" cy="19937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8146878" y="954776"/>
              <a:ext cx="541203" cy="541203"/>
            </a:xfrm>
            <a:custGeom>
              <a:avLst/>
              <a:gdLst/>
              <a:ahLst/>
              <a:cxnLst/>
              <a:rect r="r" b="b" t="t" l="l"/>
              <a:pathLst>
                <a:path h="541203" w="541203">
                  <a:moveTo>
                    <a:pt x="0" y="0"/>
                  </a:moveTo>
                  <a:lnTo>
                    <a:pt x="541203" y="0"/>
                  </a:lnTo>
                  <a:lnTo>
                    <a:pt x="541203" y="541204"/>
                  </a:lnTo>
                  <a:lnTo>
                    <a:pt x="0" y="541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194085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546311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23451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2193348" y="1499959"/>
              <a:ext cx="12436349" cy="493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484848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Explain the social / environmental/ governmental impact of your solution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684128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Feasibility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19136" y="6161923"/>
            <a:ext cx="13415989" cy="1121985"/>
            <a:chOff x="0" y="0"/>
            <a:chExt cx="17887985" cy="14959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7129189" y="954776"/>
              <a:ext cx="541203" cy="541203"/>
            </a:xfrm>
            <a:custGeom>
              <a:avLst/>
              <a:gdLst/>
              <a:ahLst/>
              <a:cxnLst/>
              <a:rect r="r" b="b" t="t" l="l"/>
              <a:pathLst>
                <a:path h="541203" w="541203">
                  <a:moveTo>
                    <a:pt x="0" y="0"/>
                  </a:moveTo>
                  <a:lnTo>
                    <a:pt x="541203" y="0"/>
                  </a:lnTo>
                  <a:lnTo>
                    <a:pt x="541203" y="541204"/>
                  </a:lnTo>
                  <a:lnTo>
                    <a:pt x="0" y="541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282622" y="44789"/>
              <a:ext cx="17605363" cy="9099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362"/>
                </a:lnSpc>
              </a:pPr>
              <a:r>
                <a:rPr lang="en-US" sz="383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Economic Viability and Commercialisation Scalability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8338307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3" y="0"/>
                </a:lnTo>
                <a:lnTo>
                  <a:pt x="405903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1369954" y="3040106"/>
            <a:ext cx="6968353" cy="5826"/>
          </a:xfrm>
          <a:prstGeom prst="line">
            <a:avLst/>
          </a:prstGeom>
          <a:ln cap="flat" w="38100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884124" y="2480601"/>
            <a:ext cx="919034" cy="211967"/>
            <a:chOff x="0" y="0"/>
            <a:chExt cx="170251" cy="3926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72224" lIns="72224" bIns="72224" rIns="72224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459149" y="2151134"/>
            <a:ext cx="6955364" cy="701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2"/>
              </a:lnSpc>
            </a:pPr>
            <a:r>
              <a:rPr lang="en-US" sz="383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Challenges and Mitigations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31027" y="413530"/>
            <a:ext cx="15064954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DAHXNjAUCJ8</dc:identifier>
  <dcterms:modified xsi:type="dcterms:W3CDTF">2011-08-01T06:04:30Z</dcterms:modified>
  <cp:revision>1</cp:revision>
  <dc:title>Incubex prototype track</dc:title>
</cp:coreProperties>
</file>